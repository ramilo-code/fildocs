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Maven Pro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regular.fntdata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4beb7244e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e4beb7244e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4beb7244e_0_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e4beb7244e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4beb7244e_0_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4beb7244e_0_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4beb7244e_0_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4beb7244e_0_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4beb7244e_0_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e4beb7244e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4beb7244e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e4beb7244e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4beb7244e_0_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e4beb7244e_0_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4beb7244e_0_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e4beb7244e_0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4beb7244e_0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e4beb7244e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875" y="323100"/>
            <a:ext cx="8326300" cy="45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300" y="336525"/>
            <a:ext cx="8366575" cy="4538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150" y="282800"/>
            <a:ext cx="8380026" cy="451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25" y="229100"/>
            <a:ext cx="8447150" cy="45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025" y="282800"/>
            <a:ext cx="8218852" cy="4619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8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Google Shape;3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700" y="275288"/>
            <a:ext cx="8366575" cy="4556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9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300" y="296250"/>
            <a:ext cx="8312874" cy="45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0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8" name="Google Shape;3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000" y="335825"/>
            <a:ext cx="8366599" cy="445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"/>
          <p:cNvSpPr txBox="1"/>
          <p:nvPr>
            <p:ph type="ctrTitle"/>
          </p:nvPr>
        </p:nvSpPr>
        <p:spPr>
          <a:xfrm>
            <a:off x="2444250" y="4351925"/>
            <a:ext cx="4255500" cy="45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pt-PT" sz="2540"/>
              <a:t>   </a:t>
            </a:r>
            <a:r>
              <a:rPr b="0" lang="pt-PT" sz="2440"/>
              <a:t>https://fildocs.netlify.app</a:t>
            </a:r>
            <a:endParaRPr b="0" sz="2440"/>
          </a:p>
        </p:txBody>
      </p:sp>
      <p:sp>
        <p:nvSpPr>
          <p:cNvPr id="334" name="Google Shape;334;p21"/>
          <p:cNvSpPr txBox="1"/>
          <p:nvPr>
            <p:ph idx="1" type="subTitle"/>
          </p:nvPr>
        </p:nvSpPr>
        <p:spPr>
          <a:xfrm>
            <a:off x="819625" y="144900"/>
            <a:ext cx="71043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900"/>
              <a:t>Escaneie</a:t>
            </a:r>
            <a:r>
              <a:rPr lang="pt-PT" sz="1900"/>
              <a:t> o QR Code ou acesse o link para aceder o sistema</a:t>
            </a:r>
            <a:endParaRPr sz="1900"/>
          </a:p>
        </p:txBody>
      </p:sp>
      <p:pic>
        <p:nvPicPr>
          <p:cNvPr id="335" name="Google Shape;3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1800" y="720088"/>
            <a:ext cx="3719951" cy="330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1"/>
          <p:cNvSpPr txBox="1"/>
          <p:nvPr/>
        </p:nvSpPr>
        <p:spPr>
          <a:xfrm>
            <a:off x="0" y="1679450"/>
            <a:ext cx="2511600" cy="1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Email: director@sfsermao.ao</a:t>
            </a:r>
            <a:br>
              <a:rPr lang="pt-PT" sz="1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pt-PT" sz="1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Password: Director@2025</a:t>
            </a:r>
            <a:endParaRPr sz="1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t-PT" sz="1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pt-PT" sz="1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Email: prof.amaro@sfsermao.ao</a:t>
            </a:r>
            <a:br>
              <a:rPr lang="pt-PT" sz="1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pt-PT" sz="1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Password: Prof@2025</a:t>
            </a:r>
            <a:endParaRPr sz="1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6632400" y="1735850"/>
            <a:ext cx="2397300" cy="12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Email: secretario@sfsermao.ao</a:t>
            </a:r>
            <a:br>
              <a:rPr lang="pt-PT" sz="1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pt-PT" sz="1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Password: Secretario@2025</a:t>
            </a:r>
            <a:endParaRPr sz="1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Email: admin@sfsermao.ao</a:t>
            </a:r>
            <a:endParaRPr sz="1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Password: Admin@2025 </a:t>
            </a:r>
            <a:endParaRPr sz="1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